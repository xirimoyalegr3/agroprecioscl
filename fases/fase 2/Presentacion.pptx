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40f39f14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40f39f14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0fb61b3e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0fb61b3e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0f7f305d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0f7f305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0f7f305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0f7f305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Sacar mockup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55164669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55164669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0f7f305d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0f7f305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55c5b42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55c5b42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55c5b42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55c5b42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5c5b421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55c5b421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5c5b421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55c5b421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55c5b421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55c5b421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55c5b421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55c5b421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VIDEOS MAS CORTOS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55164669c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55164669c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 mas claro y preciso con la </a:t>
            </a:r>
            <a:r>
              <a:rPr lang="es"/>
              <a:t>explicación</a:t>
            </a:r>
            <a:r>
              <a:rPr lang="es"/>
              <a:t> de la decision de multiple modelos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55164669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55164669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55164669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55164669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poner herramienta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0f7f305de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0f7f305de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borrar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5164669c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55164669c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AGObg0RIGbiOqCl19JFcPj3lYcmCRVG2/view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N6YoXvlNgjG4lqGxTsgHHccYBURZvZL_/view" TargetMode="External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-H9PIubel6IyXI_T-anEW6O4yCTRkhlr/view" TargetMode="External"/><Relationship Id="rId4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BFN6ZnMbQaiy2qUXpdWJMh97mgqQwcSb/view" TargetMode="External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tmEDUBSv5ApYo2laxTIMHNAxbU-3jNdp/view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f3QQbq4Dgfzd2d8eW6OmH388GB8qwTxi/view" TargetMode="External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14025" y="2414600"/>
            <a:ext cx="3952800" cy="12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lang="es" sz="1750">
                <a:latin typeface="Roboto"/>
                <a:ea typeface="Roboto"/>
                <a:cs typeface="Roboto"/>
                <a:sym typeface="Roboto"/>
              </a:rPr>
              <a:t>Integrantes: </a:t>
            </a:r>
            <a:endParaRPr b="1" sz="175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lang="es" sz="1750">
                <a:latin typeface="Roboto"/>
                <a:ea typeface="Roboto"/>
                <a:cs typeface="Roboto"/>
                <a:sym typeface="Roboto"/>
              </a:rPr>
              <a:t>Jesús Román Martínez Jamett</a:t>
            </a:r>
            <a:endParaRPr b="1" sz="175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lang="es" sz="1750">
                <a:latin typeface="Roboto"/>
                <a:ea typeface="Roboto"/>
                <a:cs typeface="Roboto"/>
                <a:sym typeface="Roboto"/>
              </a:rPr>
              <a:t>Miguel Ángel Muñoz Marchan</a:t>
            </a:r>
            <a:endParaRPr b="1" sz="175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lang="es" sz="1750">
                <a:latin typeface="Roboto"/>
                <a:ea typeface="Roboto"/>
                <a:cs typeface="Roboto"/>
                <a:sym typeface="Roboto"/>
              </a:rPr>
              <a:t>Vicente Fabrizio Valenzuela Alou</a:t>
            </a:r>
            <a:endParaRPr b="1"/>
          </a:p>
        </p:txBody>
      </p:sp>
      <p:pic>
        <p:nvPicPr>
          <p:cNvPr id="87" name="Google Shape;87;p13" title="descarga.jpg"/>
          <p:cNvPicPr preferRelativeResize="0"/>
          <p:nvPr/>
        </p:nvPicPr>
        <p:blipFill rotWithShape="1">
          <a:blip r:embed="rId3">
            <a:alphaModFix/>
          </a:blip>
          <a:srcRect b="16931" l="0" r="0" t="25023"/>
          <a:stretch/>
        </p:blipFill>
        <p:spPr>
          <a:xfrm>
            <a:off x="4123875" y="408125"/>
            <a:ext cx="5020124" cy="465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50" y="522150"/>
            <a:ext cx="2454275" cy="5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02125" y="1415151"/>
            <a:ext cx="17982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800"/>
              <a:t>Problemática</a:t>
            </a:r>
            <a:endParaRPr b="1" sz="1800"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370350" y="1415150"/>
            <a:ext cx="20970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700"/>
              <a:t>Solución</a:t>
            </a:r>
            <a:r>
              <a:rPr b="1" lang="es" sz="1700"/>
              <a:t> Propuesta</a:t>
            </a:r>
            <a:endParaRPr b="1" sz="1700"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6723925" y="1447100"/>
            <a:ext cx="11817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800"/>
              <a:t>Objetivos </a:t>
            </a:r>
            <a:endParaRPr b="1" sz="1800"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110175" y="533000"/>
            <a:ext cx="59643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Fundamentación</a:t>
            </a:r>
            <a:r>
              <a:rPr lang="es"/>
              <a:t> de la </a:t>
            </a:r>
            <a:r>
              <a:rPr lang="es"/>
              <a:t>Problemática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93975" y="2568385"/>
            <a:ext cx="2614200" cy="654900"/>
          </a:xfrm>
          <a:prstGeom prst="flowChartAlternateProcess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Calibri"/>
                <a:ea typeface="Calibri"/>
                <a:cs typeface="Calibri"/>
                <a:sym typeface="Calibri"/>
              </a:rPr>
              <a:t>Difícil de interpretar rápidamente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Requiere tiempo y conocimiento para análisis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94125" y="1849210"/>
            <a:ext cx="2614200" cy="602100"/>
          </a:xfrm>
          <a:prstGeom prst="flowChartAlternateProcess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>
                <a:latin typeface="Calibri"/>
                <a:ea typeface="Calibri"/>
                <a:cs typeface="Calibri"/>
                <a:sym typeface="Calibri"/>
              </a:rPr>
              <a:t>Datos disponibles en ODEPA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Calibri"/>
                <a:ea typeface="Calibri"/>
                <a:cs typeface="Calibri"/>
                <a:sym typeface="Calibri"/>
              </a:rPr>
              <a:t>Pero en tablas extensas y reportes técnicos.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94125" y="3340360"/>
            <a:ext cx="2614200" cy="654900"/>
          </a:xfrm>
          <a:prstGeom prst="flowChartAlternateProcess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Limitación para pequeños productores y PYMEs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111750" y="1835635"/>
            <a:ext cx="2614200" cy="21204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>
                <a:latin typeface="Calibri"/>
                <a:ea typeface="Calibri"/>
                <a:cs typeface="Calibri"/>
                <a:sym typeface="Calibri"/>
              </a:rPr>
              <a:t>Un sistema único, accesible, intuitivo y actualizado para todos los actores del mercado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929375" y="1835635"/>
            <a:ext cx="2770800" cy="2120400"/>
          </a:xfrm>
          <a:prstGeom prst="flowChartAlternateProcess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200">
                <a:latin typeface="Calibri"/>
                <a:ea typeface="Calibri"/>
                <a:cs typeface="Calibri"/>
                <a:sym typeface="Calibri"/>
              </a:rPr>
              <a:t>Centralizar, visualizar y predecir precios mayoristas en Chile usando datos de ODEPA e IA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title="image-removebg-preview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47237" y="3805525"/>
            <a:ext cx="9238475" cy="1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11700" y="125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 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68150" y="818700"/>
            <a:ext cx="6422700" cy="3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Ágil (Scrum)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Iteraciones rápidas para entregar prototipos funcionales.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Investigación: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Análisis de datos, estudios de mercado.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Desarrollo: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Desarrollo de la plataforma con </a:t>
            </a: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interactivo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predicción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Validación: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Pruebas con usuarios reales para retroalimentación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5" title="scrum-log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6946" y="732900"/>
            <a:ext cx="3183725" cy="3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24500" y="577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Características y funcionalidades </a:t>
            </a:r>
            <a:endParaRPr sz="2700"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23425" y="1457650"/>
            <a:ext cx="12774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900"/>
              <a:t>Interfaz </a:t>
            </a:r>
            <a:endParaRPr b="1" sz="1900"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3540299" y="1457650"/>
            <a:ext cx="20634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es" sz="1802"/>
              <a:t>Mapa interactivo</a:t>
            </a:r>
            <a:endParaRPr b="1" sz="1802"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6966425" y="1457650"/>
            <a:ext cx="1381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es" sz="1802"/>
              <a:t>Predicciones  </a:t>
            </a:r>
            <a:endParaRPr b="1" sz="1802"/>
          </a:p>
        </p:txBody>
      </p:sp>
      <p:sp>
        <p:nvSpPr>
          <p:cNvPr id="118" name="Google Shape;118;p16"/>
          <p:cNvSpPr/>
          <p:nvPr/>
        </p:nvSpPr>
        <p:spPr>
          <a:xfrm>
            <a:off x="144675" y="1894109"/>
            <a:ext cx="2614200" cy="23406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Sistema de consulta y análisis de precios de productos agropecuarios en Chile</a:t>
            </a:r>
            <a:endParaRPr sz="1600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Proporciona estadísticas, filtros y herramientas de análisis multi-región</a:t>
            </a:r>
            <a:endParaRPr sz="1600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198063" y="1894093"/>
            <a:ext cx="2614200" cy="23406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Permite seleccionar regiones chilenas</a:t>
            </a:r>
            <a:endParaRPr sz="1700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Facilita la visualización geográfica de datos de precios o disponibilidad de productos</a:t>
            </a:r>
            <a:endParaRPr sz="1700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251475" y="1845525"/>
            <a:ext cx="2614200" cy="23406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Predecir el precio de productos agrícolas (ej: papa por kilo) en un horizonte de tiempo definido.</a:t>
            </a:r>
            <a:endParaRPr sz="1700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utilizadas</a:t>
            </a:r>
            <a:endParaRPr/>
          </a:p>
        </p:txBody>
      </p:sp>
      <p:pic>
        <p:nvPicPr>
          <p:cNvPr id="126" name="Google Shape;126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937" y="1692985"/>
            <a:ext cx="1500115" cy="13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625" y="3059225"/>
            <a:ext cx="2348775" cy="21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title="upscalemedia-transformed__1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5">
            <a:off x="1488025" y="1973379"/>
            <a:ext cx="990321" cy="108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1100" y="1692963"/>
            <a:ext cx="1469875" cy="14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563" y="3712411"/>
            <a:ext cx="2873247" cy="7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7275" y="3264112"/>
            <a:ext cx="1851075" cy="104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850" y="0"/>
            <a:ext cx="91484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Mockup</a:t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13" y="637300"/>
            <a:ext cx="8859576" cy="412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218975" y="0"/>
            <a:ext cx="2218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PROTOTIPO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7606" y="478625"/>
            <a:ext cx="9430550" cy="431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0" title="ver estadisticas de reg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1" title="analisis multi reg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2" title="filtro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3" title="dashboar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4" title="exportar excel pdf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5" title="modelo predic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68450" y="542000"/>
            <a:ext cx="42405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es" sz="2110"/>
              <a:t>MODELOS (Inteligencia artificial)</a:t>
            </a:r>
            <a:endParaRPr b="1" sz="2410"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9" y="1391863"/>
            <a:ext cx="3247902" cy="28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6350" y="1448788"/>
            <a:ext cx="5770625" cy="296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6028950" y="666575"/>
            <a:ext cx="27756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TOP 10 MEJORES MODELOS CON RESPECTO A R2*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25" y="1031575"/>
            <a:ext cx="8603224" cy="33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 rotWithShape="1">
          <a:blip r:embed="rId4">
            <a:alphaModFix amt="60000"/>
          </a:blip>
          <a:srcRect b="22877" l="7215" r="7995" t="21995"/>
          <a:stretch/>
        </p:blipFill>
        <p:spPr>
          <a:xfrm rot="523763">
            <a:off x="-226725" y="3997450"/>
            <a:ext cx="1944050" cy="12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127750" y="57025"/>
            <a:ext cx="72051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/ KPIs</a:t>
            </a:r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25" y="565825"/>
            <a:ext cx="3631600" cy="452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5430875" y="1125400"/>
            <a:ext cx="2965200" cy="58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latin typeface="Lato"/>
                <a:ea typeface="Lato"/>
                <a:cs typeface="Lato"/>
                <a:sym typeface="Lato"/>
              </a:rPr>
              <a:t>UTILIDAD PERCIBIDA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590550" y="2179313"/>
            <a:ext cx="2965200" cy="74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latin typeface="Lato"/>
                <a:ea typeface="Lato"/>
                <a:cs typeface="Lato"/>
                <a:sym typeface="Lato"/>
              </a:rPr>
              <a:t>CONFIANZA EN PREDICCIONES</a:t>
            </a:r>
            <a:endParaRPr b="1"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5590550" y="3400050"/>
            <a:ext cx="2965200" cy="58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latin typeface="Lato"/>
                <a:ea typeface="Lato"/>
                <a:cs typeface="Lato"/>
                <a:sym typeface="Lato"/>
              </a:rPr>
              <a:t>INTENCIÓN DE USO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5491700" y="298450"/>
            <a:ext cx="25668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421525" y="600175"/>
            <a:ext cx="1759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</a:t>
            </a:r>
            <a:endParaRPr/>
          </a:p>
        </p:txBody>
      </p:sp>
      <p:pic>
        <p:nvPicPr>
          <p:cNvPr id="220" name="Google Shape;2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900" y="117513"/>
            <a:ext cx="5904099" cy="490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0" title="WhatsApp Image 2025-11-14 at 6.58.30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275" y="1042388"/>
            <a:ext cx="720090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